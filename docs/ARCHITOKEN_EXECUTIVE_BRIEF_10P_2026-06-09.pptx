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chIToken">
  <a:themeElements>
    <a:clrScheme name="ArchIToken">
      <a:dk1>
        <a:srgbClr val="15231B"/>
      </a:dk1>
      <a:lt1>
        <a:srgbClr val="FBFDFB"/>
      </a:lt1>
      <a:dk2>
        <a:srgbClr val="506057"/>
      </a:dk2>
      <a:lt2>
        <a:srgbClr val="EEF7F2"/>
      </a:lt2>
      <a:accent1>
        <a:srgbClr val="07C160"/>
      </a:accent1>
      <a:accent2>
        <a:srgbClr val="08733A"/>
      </a:accent2>
      <a:accent3>
        <a:srgbClr val="D9E5DE"/>
      </a:accent3>
      <a:accent4>
        <a:srgbClr val="ECFFF3"/>
      </a:accent4>
      <a:accent5>
        <a:srgbClr val="9EDBB7"/>
      </a:accent5>
      <a:accent6>
        <a:srgbClr val="113E25"/>
      </a:accent6>
      <a:hlink>
        <a:srgbClr val="08733A"/>
      </a:hlink>
      <a:folHlink>
        <a:srgbClr val="08733A"/>
      </a:folHlink>
    </a:clrScheme>
    <a:fontScheme name="ArchIToken">
      <a:majorFont>
        <a:latin typeface="Microsoft YaHei"/>
      </a:majorFont>
      <a:minorFont>
        <a:latin typeface="Microsoft YaHei"/>
      </a:minorFont>
    </a:fontScheme>
    <a:fmtScheme name="ArchIToke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ArchIToken</Application>
  <PresentationFormat>16:9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ArchIToken 10页架构评审版</dc:title>
  <dc:creator>ArchIToken</dc:creator>
  <cp:lastModifiedBy>ArchIToken</cp:lastModifiedBy>
  <dcterms:created xsi:type="dcterms:W3CDTF">2026-06-09T00:00:00Z</dcterms:created>
  <dcterms:modified xsi:type="dcterms:W3CDTF">2026-06-09T00:00:00Z</dcterms:modified>
</cp:coreProperties>
</file>